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Penalty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Allergy incidents (6)</c:v>
                  </c:pt>
                  <c:pt idx="1">
                    <c:v>Key customers refused (8)</c:v>
                  </c:pt>
                  <c:pt idx="2">
                    <c:v>False allergy alarms (23)</c:v>
                  </c:pt>
                  <c:pt idx="3">
                    <c:v>Late food (48 min)</c:v>
                  </c:pt>
                  <c:pt idx="4">
                    <c:v>Food wasted (7)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3000</c:v>
                </c:pt>
                <c:pt idx="1">
                  <c:v>660</c:v>
                </c:pt>
                <c:pt idx="2">
                  <c:v>575</c:v>
                </c:pt>
                <c:pt idx="3">
                  <c:v>144</c:v>
                </c:pt>
                <c:pt idx="4">
                  <c:v>121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BE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(AED)</c:v>
                </c:pt>
              </c:strCache>
            </c:strRef>
          </c:tx>
          <c:spPr>
            <a:solidFill>
              <a:srgbClr val="B23A3A"/>
            </a:solidFill>
            <a:effectLst/>
          </c:spPr>
          <c:invertIfNegative val="0"/>
          <c:dLbls>
            <c:numFmt formatCode="#,##0;−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23A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As delivered</c:v>
                  </c:pt>
                  <c:pt idx="1">
                    <c:v>AI reads notes</c:v>
                  </c:pt>
                  <c:pt idx="2">
                    <c:v>+ kitchen model</c:v>
                  </c:pt>
                  <c:pt idx="3">
                    <c:v>+ hardening, on host</c:v>
                  </c:pt>
                  <c:pt idx="4">
                    <c:v>+ two corrections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-1964</c:v>
                </c:pt>
                <c:pt idx="1">
                  <c:v>-14750</c:v>
                </c:pt>
                <c:pt idx="2">
                  <c:v>3816</c:v>
                </c:pt>
                <c:pt idx="3">
                  <c:v>3703</c:v>
                </c:pt>
                <c:pt idx="4">
                  <c:v>3816</c:v>
                </c:pt>
              </c:numCache>
            </c:numRef>
          </c:val>
        </c:ser>
        <c:dLbls>
          <c:numFmt formatCode="#,##0;−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7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#,##0;−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measured on the practice shift with the service exactly as delivered, only a real model key added. Score reconciles: 2,536 revenue minus 3,000 minus 575 minus 660 minus 144 minus 121 equals minus 1,964. The real loss is bigger than the penalties: the same 150 orders are worth about 3,800 AED when decided correctly, so about 1,300 AED of sales were simply turned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Allergy: the regex had no notion of the order, so it fired on jokes and negations and missed synonyms. Crash: no timeout, no status check, no fallback; Groq's free tier allows 30 requests a minute and the rush sends 90 orders in 90 seconds. Promise: cook time plus 2; a flagged order needs cook plus 3 plus 1 minute pickup. Also: the AI refused every customer who mentioned an allergy, and eight of our repeat and corporate customers were among the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departs from the original brief, which said one model call per order and no hand-written rules. The score is arithmetic on facts the code can hold exactly, except one: understanding free text. That is where the model adds information, and nowhere else. The Guide itself warns a per-order model design runs out of quota, and the first run proved it. Model calls per shift dropped from 150 to about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bar is the most useful run we did: it fixed every allergy line and then lost 18,000 AED to lateness, which exposed the queue problem in full and gave us the data to model the kitchen exactly. Runs 3 and 5 both scored 3,816 on identical orders; run 4 scored 3,703 because a backup AI model answered two notes differently after the main one was rate-limited. That is the noise the assignment warns about; we traced it to its cause and closed it. Changes are measured on an offline replay of the recorded shift before they are tried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AI question: the model is required and it is used where it earns its place, reading free text. Everything else is deterministic and tested. On Salesforce: keep the customer truth in the org, keep the decision engine outside it; details in the review document. Hosting note: Hugging Face now charges for Docker spaces, so the service runs on Render's free plan with a self-ping that keeps it awake.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Imdad Kitchen Backend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service was losing money on every shift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−1,964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per shift, as delivered to us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6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earned 2,536 AED from the orders we served.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6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paid 4,500 AED in penalties, mostly for allergy mistakes.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6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 turned away or dropped 80 of 150 orders.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penalties came from (AED)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766560" y="1554480"/>
          <a:ext cx="5029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Imdad Kitchen Backend · Decision service review · Youssef Adel Gad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were wrong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a design choice, not a typo. All three came from asking the AI to run the kitchen instead of asking it to read.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114800"/>
          </a:xfrm>
          <a:prstGeom prst="roundRect">
            <a:avLst>
              <a:gd name="adj" fmla="val 3896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3454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could not read allergy notes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eight words decided whether a note was an allergy. It missed "cannot digest milk" and "the satay sauce is dangerous for me" and flagged "allergic to cats, not to food".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349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missed, 23 false alarms · 3,575 AED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1920240"/>
            <a:ext cx="3520440" cy="4114800"/>
          </a:xfrm>
          <a:prstGeom prst="roundRect">
            <a:avLst>
              <a:gd name="adj" fmla="val 3896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194560"/>
            <a:ext cx="685800" cy="68580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16" y="23454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crashed when the kitchen got busy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8404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asked the AI a question. When the AI provider said "slow down" in the rush, the service fell over and 53 orders were answered with an error.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5349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of 150 orders lost · 1 in 3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0" y="1920240"/>
            <a:ext cx="3520440" cy="4114800"/>
          </a:xfrm>
          <a:prstGeom prst="roundRect">
            <a:avLst>
              <a:gd name="adj" fmla="val 3896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03920" y="2194560"/>
            <a:ext cx="685800" cy="68580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4796" y="234543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0392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promised times it could not keep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38404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was cooking time plus two minutes, whatever was already on the stoves. Every allergy order was late by exactly the two minutes the arithmetic guaranteed.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8503920" y="5349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late minutes; 6,108 once it accepted more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Imdad Kitchen Backend · Decision service review · Youssef Adel Gad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reads the note. The code runs the kitchen.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now does the one thing only it can do: understand a customer's note. Everything with a number in it is plain arithmetic the code does exactly, every time.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2004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arrives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note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3520440"/>
            <a:ext cx="457200" cy="365760"/>
          </a:xfrm>
          <a:prstGeom prst="rightArrow">
            <a:avLst/>
          </a:prstGeom>
          <a:solidFill>
            <a:srgbClr val="6B7B83"/>
          </a:solidFill>
          <a:ln w="12700">
            <a:solidFill>
              <a:srgbClr val="6B7B8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19456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E07A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2468880"/>
            <a:ext cx="640080" cy="6400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8338" y="2609698"/>
            <a:ext cx="358445" cy="35844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794760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reads the note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324612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allergens, and who is eating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regular or corporate customer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customer sound likely to cancel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remembered; repeated notes never cost a second call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is down or slow, a simple word list answers instead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3520440"/>
            <a:ext cx="457200" cy="365760"/>
          </a:xfrm>
          <a:prstGeom prst="rightArrow">
            <a:avLst/>
          </a:prstGeom>
          <a:solidFill>
            <a:srgbClr val="6B7B83"/>
          </a:solidFill>
          <a:ln w="12700">
            <a:solidFill>
              <a:srgbClr val="6B7B8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0" y="219456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F2A3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23760" y="2468880"/>
            <a:ext cx="640080" cy="64008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578" y="2609698"/>
            <a:ext cx="358445" cy="35844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001000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runs the kitchen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223760" y="324612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every ingredient for every item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four stoves like the kitchen does, to the minute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only what will be ready; says no when it will not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room for regular customers; declines likely cancellations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answers, in under a second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10607040" y="3520440"/>
            <a:ext cx="457200" cy="365760"/>
          </a:xfrm>
          <a:prstGeom prst="rightArrow">
            <a:avLst/>
          </a:prstGeom>
          <a:solidFill>
            <a:srgbClr val="6B7B83"/>
          </a:solidFill>
          <a:ln w="12700">
            <a:solidFill>
              <a:srgbClr val="6B7B8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155680" y="3200400"/>
            <a:ext cx="822960" cy="1005840"/>
          </a:xfrm>
          <a:prstGeom prst="roundRect">
            <a:avLst>
              <a:gd name="adj" fmla="val 13333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1155680" y="320040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fixed: the service now checks that every order really comes from Imdad, keeps no keys in its code, starts each shift clean, and has 71 automated tests.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Imdad Kitchen Backend · Decision service review · Youssef Adel Gad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result, measured one step at a time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150 practice orders every time. Each run adds one change, so each number is what that change was worth.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114800" cy="4297680"/>
          </a:xfrm>
          <a:prstGeom prst="roundRect">
            <a:avLst>
              <a:gd name="adj" fmla="val 3333"/>
            </a:avLst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−1,964 → 3,816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per shift, a swing of 5,780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3154680"/>
          <a:ext cx="3657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FD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B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Allergy incidents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B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allergy alarms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B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answered with an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B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B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customers refused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B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the kitchen could not make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6EB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30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863840" y="5577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hidden in the baseline; 9 once the service accepted more, now 0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Imdad Kitchen Backend · Decision service review · Youssef Adel Gad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left, and what it costs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160385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63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that remain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orders use notes we have never seen. The AI is there for exactly that; a word list backs it up.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tiers allow tens of calls a minute. Three models in turn and a 6-second cut-off keep us answering.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real kitchen runs slower than the practice one, the service learns it from the first late delivery and widens its promises.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389120" y="1463040"/>
            <a:ext cx="640080" cy="6400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938" y="1603858"/>
            <a:ext cx="358445" cy="3584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166360" y="1463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228600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regular customers and allergen profiles from the CRM by customer id; treat the note as the fallback.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kitchen's 30-minute stock snapshot to correct our count.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ten times the volume: a paid AI tier (still cents) and a larger host. The logic itself does not change.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0" y="1463040"/>
            <a:ext cx="640080" cy="6400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18" y="1603858"/>
            <a:ext cx="358445" cy="35844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006840" y="1463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and effort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229600" y="228600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0.03 USD per 1,000 orders for the AI; zero on today's free tier.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free plan today, 7 USD a month for the next one.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Work: about 4 hours, 3 implementing and 1 documenting; five practice shifts; 71 automated tests.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now: kitchen-decision-service.onrender.com/kitchen  ·  Code: github.com/YoussefAdelGad/kitchen-decision-service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Imdad Kitchen Backend · Decision service review · Youssef Adel Gad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Imdad Kitchen Backend</dc:title>
  <dc:subject>PptxGenJS Presentation</dc:subject>
  <dc:creator>Youssef Adel Gad</dc:creator>
  <cp:lastModifiedBy>Youssef Adel Gad</cp:lastModifiedBy>
  <cp:revision>1</cp:revision>
  <dcterms:created xsi:type="dcterms:W3CDTF">2026-09-26T17:53:14Z</dcterms:created>
  <dcterms:modified xsi:type="dcterms:W3CDTF">2026-09-26T17:53:14Z</dcterms:modified>
</cp:coreProperties>
</file>